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6B6F"/>
            </a:solidFill>
            <a:ln w="38100" cap="flat">
              <a:solidFill>
                <a:srgbClr val="0B6B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51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B6B6F"/>
              </a:solidFill>
              <a:ln w="9525" cap="flat">
                <a:solidFill>
                  <a:srgbClr val="0B6B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45</c:v>
                </c:pt>
                <c:pt idx="2">
                  <c:v>51</c:v>
                </c:pt>
                <c:pt idx="3">
                  <c:v>48</c:v>
                </c:pt>
                <c:pt idx="4">
                  <c:v>60</c:v>
                </c:pt>
                <c:pt idx="5">
                  <c:v>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51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3108960"/>
            <a:ext cx="45720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377440"/>
            <a:ext cx="457200" cy="1828800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2743200"/>
            <a:ext cx="457200" cy="146304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554480"/>
            <a:ext cx="457200" cy="2651760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914400"/>
            <a:ext cx="457200" cy="329184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|  DATA VISUALIZATION WITH MICROSOFT EXCEL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914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Everyday Decisions to Data-Driven Careers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Vidyaavati Mukund Lal Girls College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Shubham Sharma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QUESTION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your life is already driven by data?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27632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27632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8064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68496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68496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38928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8928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79792" y="3154680"/>
            <a:ext cx="128016" cy="128016"/>
          </a:xfrm>
          <a:prstGeom prst="ellipse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9792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up: who used a phone, a map app or UPI today?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BREAK THE 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talk about data… let’s talk about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931920" cy="137160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77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+ one recent decision you made using information.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phone to buy?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0" y="1508760"/>
            <a:ext cx="37490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restaurant to visit?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2240280"/>
            <a:ext cx="37490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to take?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971800"/>
            <a:ext cx="37490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108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 to study first?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37760" y="3703320"/>
            <a:ext cx="37490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tell us: what information helped you decide?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CREATE CURIOSITY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generate data even when you are not thinking about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182880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66560" y="182880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0" y="310896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0" y="3108960"/>
            <a:ext cx="192024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did you generate today? Raise a hand for each.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UNDERSTAND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data?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64, 72, 81, 91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numbers. No meaning yet.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828800" cy="173736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64, 72, 81, 91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2286000"/>
            <a:ext cx="1828800" cy="173736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834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of one student in 4 tests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1828800" cy="173736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34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rise about 9 marks every test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0" y="2286000"/>
            <a:ext cx="1828800" cy="173736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834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study routine going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decide if the scores were 91, 81, 72, 64?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DATA THROUGH HISTORY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cave walls to cloud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25400">
            <a:solidFill>
              <a:srgbClr val="111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records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marks, clay tablets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0594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014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and books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whole populations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8902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0322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cards, tabulators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digital tables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7210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63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shared worldwide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source in every pocket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55180" y="2651760"/>
            <a:ext cx="182880" cy="182880"/>
          </a:xfrm>
          <a:prstGeom prst="ellipse">
            <a:avLst/>
          </a:prstGeom>
          <a:solidFill>
            <a:srgbClr val="14A8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on demand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2651760"/>
            <a:ext cx="182880" cy="182880"/>
          </a:xfrm>
          <a:prstGeom prst="ellipse">
            <a:avLst/>
          </a:prstGeom>
          <a:solidFill>
            <a:srgbClr val="11151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learning from 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GUESS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created the biggest jump in data? Why?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|  THE DATA REVOLUTION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explosion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~400M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of new data created every day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5B+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connected to the internet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tap, search or swipe = a new data point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 ·  Social media  ·  IoT  ·  Online payments  ·  Streaming  ·  E-commerce  ·  Cloud apps  ·  AI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widely cited estimates and vary by source.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apps on your phone are collecting data right now?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|  WHY ANALYTICS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not the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≠ Insight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325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online orders sitting in a sheet.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Analysis = Insight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331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dip every Tuesday in one city.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+ Context = Better decision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3337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week keeps students offline → run a Tuesday offer.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this store. What do you do on Tuesdays?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|  WHAT IS DATA ANALYTICS?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So… what is data analytics?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data to discover useful patterns, answer questions, generate insights and support better decisions.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09728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834640"/>
            <a:ext cx="109728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5564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5564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2834640"/>
            <a:ext cx="109728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436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2834640"/>
            <a:ext cx="109728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3308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3308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2834640"/>
            <a:ext cx="109728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180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1097280" cy="10972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89520" y="2834640"/>
            <a:ext cx="1097280" cy="109728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9924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9924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do you think eats the most time?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 |  REAL-LIFE EXAMPLES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3716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recommend next?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13716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you buy next?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06040" cy="13716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transaction suspicious?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06040" cy="13716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students need support?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2606040" cy="13716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campaign performs better?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2606040" cy="13716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exist in patient data?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did you use this week? Name one more example.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 |  FOUR QUESTIONS ANALYTICS ANSWERS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 analytics 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example: college attendance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920240" cy="1371600"/>
          </a:xfrm>
          <a:prstGeom prst="rect">
            <a:avLst/>
          </a:prstGeom>
          <a:solidFill>
            <a:srgbClr val="1C2528"/>
          </a:solidFill>
          <a:ln w="12700">
            <a:solidFill>
              <a:srgbClr val="1C25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fell from 82% to 68% this month.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880360"/>
            <a:ext cx="1920240" cy="1371600"/>
          </a:xfrm>
          <a:prstGeom prst="rect">
            <a:avLst/>
          </a:prstGeom>
          <a:solidFill>
            <a:srgbClr val="1C2528"/>
          </a:solidFill>
          <a:ln w="12700">
            <a:solidFill>
              <a:srgbClr val="1C25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is biggest in 8 AM lectures.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happen?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1920240" cy="1371600"/>
          </a:xfrm>
          <a:prstGeom prst="rect">
            <a:avLst/>
          </a:prstGeom>
          <a:solidFill>
            <a:srgbClr val="1C2528"/>
          </a:solidFill>
          <a:ln w="12700">
            <a:solidFill>
              <a:srgbClr val="1C25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continues, many students risk falling short of the minimum.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2880360"/>
            <a:ext cx="1920240" cy="1371600"/>
          </a:xfrm>
          <a:prstGeom prst="rect">
            <a:avLst/>
          </a:prstGeom>
          <a:solidFill>
            <a:srgbClr val="1C2528"/>
          </a:solidFill>
          <a:ln w="12700">
            <a:solidFill>
              <a:srgbClr val="1C25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2971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timings and reach out to at-risk students early.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four is the hardest to answer? Why?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 |  WHO WORKS WITH DATA?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career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7498080" cy="0"/>
          </a:xfrm>
          <a:prstGeom prst="line">
            <a:avLst/>
          </a:prstGeom>
          <a:noFill/>
          <a:ln w="19050">
            <a:solidFill>
              <a:srgbClr val="C9D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74320" cy="274320"/>
          </a:xfrm>
          <a:prstGeom prst="ellipse">
            <a:avLst/>
          </a:prstGeom>
          <a:solidFill>
            <a:srgbClr val="14A8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reliable data 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14016" y="1554480"/>
            <a:ext cx="274320" cy="274320"/>
          </a:xfrm>
          <a:prstGeom prst="ellipse">
            <a:avLst/>
          </a:prstGeom>
          <a:solidFill>
            <a:srgbClr val="1115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9696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insights, explains what happened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96512" y="1554480"/>
            <a:ext cx="274320" cy="274320"/>
          </a:xfrm>
          <a:prstGeom prst="ellipse">
            <a:avLst/>
          </a:prstGeom>
          <a:solidFill>
            <a:srgbClr val="14A8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business problems with solutions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79008" y="1554480"/>
            <a:ext cx="274320" cy="274320"/>
          </a:xfrm>
          <a:prstGeom prst="ellipse">
            <a:avLst/>
          </a:prstGeom>
          <a:solidFill>
            <a:srgbClr val="14A8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4688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Analyst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reports and dashboards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61504" y="1554480"/>
            <a:ext cx="274320" cy="274320"/>
          </a:xfrm>
          <a:prstGeom prst="ellipse">
            <a:avLst/>
          </a:prstGeom>
          <a:solidFill>
            <a:srgbClr val="14A8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87184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87184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statistics and ML for advanced problems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roles, one shared goal: better decisions. Real teams overlap. It is a team sport, not a ladder.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 sounds closest to how you like to think?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 |  THE DATA ANALYST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job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is not someone who simply “makes Excel sheets.”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0" y="502920"/>
            <a:ext cx="384048" cy="384048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502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051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data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384048" cy="384048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600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0" y="2148840"/>
            <a:ext cx="384048" cy="384048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2697480"/>
            <a:ext cx="384048" cy="384048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697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data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0" y="3246120"/>
            <a:ext cx="384048" cy="384048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3246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insight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3794760"/>
            <a:ext cx="384048" cy="384048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794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is more about people than software?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 |  A DAY IN THE LIFE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“Sales dropped by 12%. What happened?”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ASKS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18872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locations?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period?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seasonal?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1828800" cy="5029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749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3703320"/>
            <a:ext cx="1828800" cy="5029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749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703320"/>
            <a:ext cx="1828800" cy="5029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749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3703320"/>
            <a:ext cx="1828800" cy="502920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 would you ask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 |  DATA VISUALIZATION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data visualization?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1: THE TABLE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2: THE STORY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566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(₹ thousand)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389120" y="1325880"/>
          <a:ext cx="4297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turns numbers into a visual story.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shows the story faster: table or chart?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 |  DATA VISUALIZATION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is not decoration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VISUALIZATION IS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 decision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are communication tools, not artwork.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9260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chart needs a long explanation, it is not doing its job. Never rely on color alone: label, order and annotate.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a chart that confused you. What went wrong?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 |  WHY EXCEL?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with Excel?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starting point for learning analytical thinking.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only analytics tool, but the one where the ideas click fastest.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exploration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371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opened Excel before? What did you use it for?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6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→ analytics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journey you will follow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49040"/>
            <a:ext cx="914400" cy="50292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3803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63040" y="3383280"/>
            <a:ext cx="914400" cy="86868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17904" y="3438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3017520"/>
            <a:ext cx="914400" cy="123444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23744" y="30723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651760"/>
            <a:ext cx="914400" cy="160020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9584" y="27066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2286000"/>
            <a:ext cx="914400" cy="196596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5424" y="23408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0" y="1920240"/>
            <a:ext cx="914400" cy="233172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41264" y="19751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1554480"/>
            <a:ext cx="914400" cy="2697480"/>
          </a:xfrm>
          <a:prstGeom prst="rect">
            <a:avLst/>
          </a:prstGeom>
          <a:solidFill>
            <a:srgbClr val="129095"/>
          </a:solidFill>
          <a:ln w="12700">
            <a:solidFill>
              <a:srgbClr val="1290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47104" y="16093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0" y="1188720"/>
            <a:ext cx="914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52944" y="1243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in this journey excites you most?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 |  COURSE JOURNEY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0"/>
          </a:xfrm>
          <a:prstGeom prst="line">
            <a:avLst/>
          </a:prstGeom>
          <a:noFill/>
          <a:ln w="19050">
            <a:solidFill>
              <a:srgbClr val="1115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fundamentals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&amp; functions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0"/>
          </a:xfrm>
          <a:prstGeom prst="line">
            <a:avLst/>
          </a:prstGeom>
          <a:noFill/>
          <a:ln w="19050">
            <a:solidFill>
              <a:srgbClr val="1115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5603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functions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0"/>
          </a:xfrm>
          <a:prstGeom prst="line">
            <a:avLst/>
          </a:prstGeom>
          <a:noFill/>
          <a:ln w="19050">
            <a:solidFill>
              <a:srgbClr val="1115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5603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Business-oriented analysis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0"/>
          </a:xfrm>
          <a:prstGeom prst="line">
            <a:avLst/>
          </a:prstGeom>
          <a:noFill/>
          <a:ln w="19050">
            <a:solidFill>
              <a:srgbClr val="1115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5603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topic list follows the course syllabus. Tools such as Power Query and Power Pivot are introduced as the programme allows.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sounds most new to you?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 |  MINI CHALLENGE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data challenge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asks: “Why are some students performing better than others?”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0292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868680"/>
                <a:gridCol w="822960"/>
                <a:gridCol w="822960"/>
                <a:gridCol w="7315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Attend.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94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data for discussion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would you look for?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compare?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429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chart might help?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Think, pair, share: 2 minutes with a neighbour. No answers yet.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 |  THE ANALYST MINDSET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mindset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data contain?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question can this data help me answer?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 →  Questioning  →  Evidence  →  Analysis  →  Insight  →  Communication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question?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 |  WHERE CAN THIS TAKE YOU?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can this take you?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Analyst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Analyst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25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Analyst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Data Analyst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vary by organisation and role. This course builds foundations; it does not guarantee a job.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 would you like to explore first?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 |  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 to know everything today.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language of data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7706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work with data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009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30098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31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83133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insights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word, how do you feel about starting?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4023360"/>
            <a:ext cx="274320" cy="45720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3657600"/>
            <a:ext cx="274320" cy="822960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51776" y="3840480"/>
            <a:ext cx="274320" cy="6400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35824" y="3291840"/>
            <a:ext cx="274320" cy="1188720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9872" y="2926080"/>
            <a:ext cx="274320" cy="155448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data can tell a story, what story would you want to discover?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Data Analytics.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Sharma  |  Vidyaavati Mukund Lal Girls College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- Session 1</dc:title>
  <dc:subject>PptxGenJS Presentation</dc:subject>
  <dc:creator>Shubham Sharma</dc:creator>
  <cp:lastModifiedBy>Shubham Sharma</cp:lastModifiedBy>
  <cp:revision>1</cp:revision>
  <dcterms:created xsi:type="dcterms:W3CDTF">2026-10-01T03:04:42Z</dcterms:created>
  <dcterms:modified xsi:type="dcterms:W3CDTF">2026-10-01T03:04:42Z</dcterms:modified>
</cp:coreProperties>
</file>